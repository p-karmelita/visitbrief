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TRACK 2  ·  HEALTH AND WELLBEING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VisitBrief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Source-linked preparation for a fictional visit.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FBF1"/>
                </a:solidFill>
                <a:latin typeface="Calibri"/>
              </a:rPr>
              <a:t>AMD Token Factory on Radeon Cloud. The person still decides.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VisitBrief  ·  Track 2  · 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WHO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 staff member, about to open a short packet.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The user is preparing for a visit, not asking for advice.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The packet is one to three fictional documents.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A patient-facing chat is out of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VisitBrief  ·  Track 2  ·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The useful lines are scattered.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Problems, medicines, allergies, events and plans sit in different notes.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A summary that cannot be checked is not usable here.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A wrong dose, or a missing allergy line, has to stay 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VisitBrief  ·  Track 2  ·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Pick a case. Open the quote.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Documented problems, medicines, allergies, events and recorded plans.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Each line opens the page and the exact quote.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Historical stays historical. Undated stays off the timeline.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VisitBrief  ·  Track 2  ·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Gaps stay on the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No allergy sentence is a flag, not a finding of no allergies.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Two doses of the same medicine are both kept.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A date that is not in the quote is cleared.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VisitBrief  ·  Track 2  ·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Draft for review. Nothing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No diagnosis. No treatment change. No dose picked for the clinician.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No upload. No free-form prompt. No database.</a:t>
            </a:r>
          </a:p>
          <a:p>
            <a:pPr>
              <a:spcAft>
                <a:spcPts val="1400"/>
              </a:spcAft>
            </a:pPr>
            <a:r>
              <a:rPr sz="2600">
                <a:solidFill>
                  <a:srgbClr val="0F172A"/>
                </a:solidFill>
                <a:latin typeface="Calibri"/>
              </a:rPr>
              <a:t>Fictional cases only. Every result asks for clinician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VisitBrief  ·  Track 2  ·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AMD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The live call is Token Factory.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Model: DeepSeek-V4-Flash. JSON object, reasoning off, temperature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Radeon Cloud states that catalog models run on AMD GPUs.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The 14 October Instinct MI300X notebook is down. Its Qwen2.5-7B pass is archived.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The notebook Llama-Factory tutorial was not the extractor.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VisitBrief  ·  Track 2  ·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Quote check before the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PDF text becomes source blocks. One model call. Then validation.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A sentence that is not in its block never reaches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A rewritten value is replaced by the verbatim quote.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An instruction to invent a diagnosis is dropped and flagged.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VisitBrief  ·  Track 2  ·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ONE PASS, 15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Curated-fact recall. Not a trial.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057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766E"/>
                </a:solidFill>
                <a:latin typeface="Calibri"/>
              </a:rPr>
              <a:t>27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Calibri"/>
              </a:rPr>
              <a:t>Development recall  46.6%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2057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766E"/>
                </a:solidFill>
                <a:latin typeface="Calibri"/>
              </a:rPr>
              <a:t>34 / 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9718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Calibri"/>
              </a:rPr>
              <a:t>Held-out recall  79.1%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057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766E"/>
                </a:solidFill>
                <a:latin typeface="Calibri"/>
              </a:rPr>
              <a:t>17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718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Calibri"/>
              </a:rPr>
              <a:t>Cases left incomplete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2697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3728" y="20574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766E"/>
                </a:solidFill>
                <a:latin typeface="Calibri"/>
              </a:rPr>
              <a:t>20.7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97180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4155"/>
                </a:solidFill>
                <a:latin typeface="Calibri"/>
              </a:rPr>
              <a:t>Median endpoint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45309"/>
                </a:solidFill>
                <a:latin typeface="Calibri"/>
              </a:rPr>
              <a:t>Earlier MI300X pass: 13/58 development, 8/43 held out. Repeat calls can differ.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Matched facts: date agreement 77.8% / 82.4%. Temporality 92.6% / 97.1%.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VisitBrief  ·  Track 2  ·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DEMO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Three fictional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920240" cy="7772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933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dev-01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9933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Routine blood-pressure packet. Draft, quotes, review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1920240" cy="7772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27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dev-02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22783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Two levothyroxine doses. The app does not choose.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297680"/>
            <a:ext cx="1920240" cy="7772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4622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dev-11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46227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An instruction to invent a diagnosis. It must not become a fact.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VisitBrief  ·  Track 2  ·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What this pass does not show.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Small English corpus. No OCR. No EHR. No clinical trial.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One request at a time. The team shares 20 requests per minute.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Recall is below the project's own target. The endpoint varies between calls.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0F172A"/>
                </a:solidFill>
                <a:latin typeface="Calibri"/>
              </a:rPr>
              <a:t>No public judge URL while the notebook proxy is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VisitBrief  ·  Track 2  ·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person still decides.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FBF1"/>
                </a:solidFill>
                <a:latin typeface="Calibri"/>
              </a:rPr>
              <a:t>AMD Token Factory runs the extraction.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The screen shows what was found, what is missing, and where it came from.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VisitBrief  ·  Track 2  ·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VisitBrief</dc:title>
  <dc:subject>Source-linked fictional visit preparation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